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5400">
                <a:ln/>
                <a:solidFill>
                  <a:srgbClr val="FF0000"/>
                </a:solidFill>
                <a:effectLst/>
              </a:rPr>
              <a:t>GraphQL</a:t>
            </a:r>
            <a:endParaRPr lang="zh-CN" altLang="en-US" sz="5400">
              <a:ln/>
              <a:solidFill>
                <a:srgbClr val="FF0000"/>
              </a:solidFill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  <a:p>
            <a:pPr algn="l"/>
            <a:r>
              <a:rPr lang="zh-CN" altLang="en-US">
                <a:sym typeface="+mn-ea"/>
              </a:rPr>
              <a:t>GraphQL 既是一种用于 API 的查询语言也是一个满足你数据查询的运行时。 GraphQL 对你的 API 中的数据提供了一套易于理解的完整描述，使得客户端能够准确地获得它需要的数据，而且没有任何冗余，也让 API 更容易地随着时间推移而演进，还能用于构建强大的开发者工具。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661670"/>
            <a:ext cx="9072245" cy="1257935"/>
          </a:xfrm>
        </p:spPr>
        <p:txBody>
          <a:bodyPr>
            <a:normAutofit/>
          </a:bodyPr>
          <a:p>
            <a:r>
              <a:rPr lang="zh-CN" altLang="zh-CN"/>
              <a:t>替代</a:t>
            </a:r>
            <a:r>
              <a:rPr lang="en-US" altLang="zh-CN"/>
              <a:t>RESETAPI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43380" y="2085340"/>
            <a:ext cx="9024620" cy="3172460"/>
          </a:xfrm>
        </p:spPr>
        <p:txBody>
          <a:bodyPr>
            <a:normAutofit fontScale="70000"/>
          </a:bodyPr>
          <a:p>
            <a:pPr algn="l"/>
            <a:r>
              <a:rPr lang="zh-CN" altLang="en-US"/>
              <a:t>相同点：</a:t>
            </a:r>
            <a:endParaRPr lang="zh-CN" altLang="en-US"/>
          </a:p>
          <a:p>
            <a:pPr algn="l"/>
            <a:r>
              <a:rPr lang="en-US" altLang="zh-CN"/>
              <a:t>	</a:t>
            </a:r>
            <a:r>
              <a:rPr lang="zh-CN" altLang="en-US"/>
              <a:t>都有资源这个概念，而且都能通过ID去获取资源。</a:t>
            </a:r>
            <a:endParaRPr lang="zh-CN" altLang="en-US"/>
          </a:p>
          <a:p>
            <a:pPr algn="l"/>
            <a:r>
              <a:rPr lang="en-US" altLang="zh-CN"/>
              <a:t>	</a:t>
            </a:r>
            <a:r>
              <a:rPr lang="zh-CN" altLang="en-US"/>
              <a:t>都可以通过HTTP GET方式来获取资源</a:t>
            </a:r>
            <a:endParaRPr lang="zh-CN" altLang="en-US"/>
          </a:p>
          <a:p>
            <a:pPr algn="l"/>
            <a:r>
              <a:rPr lang="en-US" altLang="zh-CN"/>
              <a:t>	</a:t>
            </a:r>
            <a:r>
              <a:rPr lang="zh-CN" altLang="en-US"/>
              <a:t>都可以使用JSON作为响应格式</a:t>
            </a:r>
            <a:endParaRPr lang="zh-CN" altLang="en-US"/>
          </a:p>
          <a:p>
            <a:pPr algn="l"/>
            <a:r>
              <a:rPr lang="zh-CN" altLang="en-US"/>
              <a:t>差异点：</a:t>
            </a:r>
            <a:endParaRPr lang="zh-CN" altLang="en-US"/>
          </a:p>
          <a:p>
            <a:pPr algn="l"/>
            <a:r>
              <a:rPr lang="en-US" altLang="zh-CN"/>
              <a:t>	</a:t>
            </a:r>
            <a:r>
              <a:rPr lang="zh-CN" altLang="en-US"/>
              <a:t>在REST中，你所访问的路径就是该资源的唯一标识（ID）；在GraphQL中，该标识与访问方式并不相关</a:t>
            </a:r>
            <a:endParaRPr lang="zh-CN" altLang="en-US"/>
          </a:p>
          <a:p>
            <a:pPr algn="l"/>
            <a:r>
              <a:rPr lang="en-US" altLang="zh-CN"/>
              <a:t>	</a:t>
            </a:r>
            <a:r>
              <a:rPr lang="zh-CN" altLang="en-US"/>
              <a:t>在REST中，资源的返回结构与返回数量是由服务端决定；在GraphQL，服务端只负责定义哪些资源是可用的，由客户端自己决定需要得到什么资源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http://graphql.cn/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WPS 演示</Application>
  <PresentationFormat>宽屏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 Light</vt:lpstr>
      <vt:lpstr>Calibri</vt:lpstr>
      <vt:lpstr>微软雅黑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Johnny</cp:lastModifiedBy>
  <cp:revision>4</cp:revision>
  <dcterms:created xsi:type="dcterms:W3CDTF">2015-05-05T08:02:00Z</dcterms:created>
  <dcterms:modified xsi:type="dcterms:W3CDTF">2018-01-19T04:23:55Z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2052-10.1.0.7022</vt:lpwstr>
  </property>
</Properties>
</file>